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3171F7-B1F4-22CC-51E2-8899AAC25DA7}" v="10" dt="2026-05-31T08:58:52.210"/>
    <p1510:client id="{C703178B-6421-13EF-D9F8-AE6E4A075AE4}" v="63" dt="2026-05-31T08:55:40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sha Romanovsky" userId="00ca519c56414976" providerId="Windows Live" clId="Web-{C703178B-6421-13EF-D9F8-AE6E4A075AE4}"/>
    <pc:docChg chg="modSld">
      <pc:chgData name="Misha Romanovsky" userId="00ca519c56414976" providerId="Windows Live" clId="Web-{C703178B-6421-13EF-D9F8-AE6E4A075AE4}" dt="2026-05-31T08:55:40.832" v="62" actId="20577"/>
      <pc:docMkLst>
        <pc:docMk/>
      </pc:docMkLst>
      <pc:sldChg chg="modSp">
        <pc:chgData name="Misha Romanovsky" userId="00ca519c56414976" providerId="Windows Live" clId="Web-{C703178B-6421-13EF-D9F8-AE6E4A075AE4}" dt="2026-05-31T08:52:25.794" v="11" actId="1076"/>
        <pc:sldMkLst>
          <pc:docMk/>
          <pc:sldMk cId="0" sldId="257"/>
        </pc:sldMkLst>
        <pc:spChg chg="mod">
          <ac:chgData name="Misha Romanovsky" userId="00ca519c56414976" providerId="Windows Live" clId="Web-{C703178B-6421-13EF-D9F8-AE6E4A075AE4}" dt="2026-05-31T08:51:17.698" v="0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Misha Romanovsky" userId="00ca519c56414976" providerId="Windows Live" clId="Web-{C703178B-6421-13EF-D9F8-AE6E4A075AE4}" dt="2026-05-31T08:51:48.433" v="5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Misha Romanovsky" userId="00ca519c56414976" providerId="Windows Live" clId="Web-{C703178B-6421-13EF-D9F8-AE6E4A075AE4}" dt="2026-05-31T08:51:35.948" v="4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isha Romanovsky" userId="00ca519c56414976" providerId="Windows Live" clId="Web-{C703178B-6421-13EF-D9F8-AE6E4A075AE4}" dt="2026-05-31T08:51:56.230" v="6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isha Romanovsky" userId="00ca519c56414976" providerId="Windows Live" clId="Web-{C703178B-6421-13EF-D9F8-AE6E4A075AE4}" dt="2026-05-31T08:52:18.700" v="9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Misha Romanovsky" userId="00ca519c56414976" providerId="Windows Live" clId="Web-{C703178B-6421-13EF-D9F8-AE6E4A075AE4}" dt="2026-05-31T08:52:21.934" v="10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Misha Romanovsky" userId="00ca519c56414976" providerId="Windows Live" clId="Web-{C703178B-6421-13EF-D9F8-AE6E4A075AE4}" dt="2026-05-31T08:52:25.794" v="11" actId="1076"/>
          <ac:spMkLst>
            <pc:docMk/>
            <pc:sldMk cId="0" sldId="257"/>
            <ac:spMk id="27" creationId="{00000000-0000-0000-0000-000000000000}"/>
          </ac:spMkLst>
        </pc:spChg>
      </pc:sldChg>
      <pc:sldChg chg="modSp">
        <pc:chgData name="Misha Romanovsky" userId="00ca519c56414976" providerId="Windows Live" clId="Web-{C703178B-6421-13EF-D9F8-AE6E4A075AE4}" dt="2026-05-31T08:53:27.577" v="18" actId="1076"/>
        <pc:sldMkLst>
          <pc:docMk/>
          <pc:sldMk cId="0" sldId="259"/>
        </pc:sldMkLst>
        <pc:spChg chg="mod">
          <ac:chgData name="Misha Romanovsky" userId="00ca519c56414976" providerId="Windows Live" clId="Web-{C703178B-6421-13EF-D9F8-AE6E4A075AE4}" dt="2026-05-31T08:53:11.233" v="15" actId="1076"/>
          <ac:spMkLst>
            <pc:docMk/>
            <pc:sldMk cId="0" sldId="259"/>
            <ac:spMk id="53" creationId="{00000000-0000-0000-0000-000000000000}"/>
          </ac:spMkLst>
        </pc:spChg>
        <pc:spChg chg="mod">
          <ac:chgData name="Misha Romanovsky" userId="00ca519c56414976" providerId="Windows Live" clId="Web-{C703178B-6421-13EF-D9F8-AE6E4A075AE4}" dt="2026-05-31T08:53:15.436" v="16" actId="1076"/>
          <ac:spMkLst>
            <pc:docMk/>
            <pc:sldMk cId="0" sldId="259"/>
            <ac:spMk id="55" creationId="{00000000-0000-0000-0000-000000000000}"/>
          </ac:spMkLst>
        </pc:spChg>
        <pc:spChg chg="mod">
          <ac:chgData name="Misha Romanovsky" userId="00ca519c56414976" providerId="Windows Live" clId="Web-{C703178B-6421-13EF-D9F8-AE6E4A075AE4}" dt="2026-05-31T08:52:56.060" v="12" actId="14100"/>
          <ac:spMkLst>
            <pc:docMk/>
            <pc:sldMk cId="0" sldId="259"/>
            <ac:spMk id="56" creationId="{00000000-0000-0000-0000-000000000000}"/>
          </ac:spMkLst>
        </pc:spChg>
        <pc:spChg chg="mod">
          <ac:chgData name="Misha Romanovsky" userId="00ca519c56414976" providerId="Windows Live" clId="Web-{C703178B-6421-13EF-D9F8-AE6E4A075AE4}" dt="2026-05-31T08:53:00.326" v="13" actId="1076"/>
          <ac:spMkLst>
            <pc:docMk/>
            <pc:sldMk cId="0" sldId="259"/>
            <ac:spMk id="57" creationId="{00000000-0000-0000-0000-000000000000}"/>
          </ac:spMkLst>
        </pc:spChg>
        <pc:spChg chg="mod">
          <ac:chgData name="Misha Romanovsky" userId="00ca519c56414976" providerId="Windows Live" clId="Web-{C703178B-6421-13EF-D9F8-AE6E4A075AE4}" dt="2026-05-31T08:53:05.686" v="14" actId="1076"/>
          <ac:spMkLst>
            <pc:docMk/>
            <pc:sldMk cId="0" sldId="259"/>
            <ac:spMk id="59" creationId="{00000000-0000-0000-0000-000000000000}"/>
          </ac:spMkLst>
        </pc:spChg>
        <pc:spChg chg="mod">
          <ac:chgData name="Misha Romanovsky" userId="00ca519c56414976" providerId="Windows Live" clId="Web-{C703178B-6421-13EF-D9F8-AE6E4A075AE4}" dt="2026-05-31T08:53:22.655" v="17" actId="14100"/>
          <ac:spMkLst>
            <pc:docMk/>
            <pc:sldMk cId="0" sldId="259"/>
            <ac:spMk id="60" creationId="{00000000-0000-0000-0000-000000000000}"/>
          </ac:spMkLst>
        </pc:spChg>
        <pc:spChg chg="mod">
          <ac:chgData name="Misha Romanovsky" userId="00ca519c56414976" providerId="Windows Live" clId="Web-{C703178B-6421-13EF-D9F8-AE6E4A075AE4}" dt="2026-05-31T08:53:27.577" v="18" actId="1076"/>
          <ac:spMkLst>
            <pc:docMk/>
            <pc:sldMk cId="0" sldId="259"/>
            <ac:spMk id="61" creationId="{00000000-0000-0000-0000-000000000000}"/>
          </ac:spMkLst>
        </pc:spChg>
      </pc:sldChg>
      <pc:sldChg chg="modSp">
        <pc:chgData name="Misha Romanovsky" userId="00ca519c56414976" providerId="Windows Live" clId="Web-{C703178B-6421-13EF-D9F8-AE6E4A075AE4}" dt="2026-05-31T08:55:05.800" v="56" actId="1076"/>
        <pc:sldMkLst>
          <pc:docMk/>
          <pc:sldMk cId="0" sldId="261"/>
        </pc:sldMkLst>
        <pc:spChg chg="mod">
          <ac:chgData name="Misha Romanovsky" userId="00ca519c56414976" providerId="Windows Live" clId="Web-{C703178B-6421-13EF-D9F8-AE6E4A075AE4}" dt="2026-05-31T08:55:05.800" v="55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Misha Romanovsky" userId="00ca519c56414976" providerId="Windows Live" clId="Web-{C703178B-6421-13EF-D9F8-AE6E4A075AE4}" dt="2026-05-31T08:55:05.800" v="56" actId="107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Misha Romanovsky" userId="00ca519c56414976" providerId="Windows Live" clId="Web-{C703178B-6421-13EF-D9F8-AE6E4A075AE4}" dt="2026-05-31T08:53:50.766" v="19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Misha Romanovsky" userId="00ca519c56414976" providerId="Windows Live" clId="Web-{C703178B-6421-13EF-D9F8-AE6E4A075AE4}" dt="2026-05-31T08:53:55.219" v="20" actId="1076"/>
          <ac:spMkLst>
            <pc:docMk/>
            <pc:sldMk cId="0" sldId="261"/>
            <ac:spMk id="24" creationId="{00000000-0000-0000-0000-000000000000}"/>
          </ac:spMkLst>
        </pc:spChg>
      </pc:sldChg>
      <pc:sldChg chg="modSp">
        <pc:chgData name="Misha Romanovsky" userId="00ca519c56414976" providerId="Windows Live" clId="Web-{C703178B-6421-13EF-D9F8-AE6E4A075AE4}" dt="2026-05-31T08:55:40.832" v="62" actId="20577"/>
        <pc:sldMkLst>
          <pc:docMk/>
          <pc:sldMk cId="0" sldId="266"/>
        </pc:sldMkLst>
        <pc:spChg chg="mod">
          <ac:chgData name="Misha Romanovsky" userId="00ca519c56414976" providerId="Windows Live" clId="Web-{C703178B-6421-13EF-D9F8-AE6E4A075AE4}" dt="2026-05-31T08:55:40.832" v="62" actId="20577"/>
          <ac:spMkLst>
            <pc:docMk/>
            <pc:sldMk cId="0" sldId="266"/>
            <ac:spMk id="2" creationId="{00000000-0000-0000-0000-000000000000}"/>
          </ac:spMkLst>
        </pc:spChg>
      </pc:sldChg>
    </pc:docChg>
  </pc:docChgLst>
  <pc:docChgLst>
    <pc:chgData name="Misha Romanovsky" userId="00ca519c56414976" providerId="Windows Live" clId="Web-{583171F7-B1F4-22CC-51E2-8899AAC25DA7}"/>
    <pc:docChg chg="modSld">
      <pc:chgData name="Misha Romanovsky" userId="00ca519c56414976" providerId="Windows Live" clId="Web-{583171F7-B1F4-22CC-51E2-8899AAC25DA7}" dt="2026-05-31T08:58:52.210" v="9" actId="1076"/>
      <pc:docMkLst>
        <pc:docMk/>
      </pc:docMkLst>
      <pc:sldChg chg="modSp">
        <pc:chgData name="Misha Romanovsky" userId="00ca519c56414976" providerId="Windows Live" clId="Web-{583171F7-B1F4-22CC-51E2-8899AAC25DA7}" dt="2026-05-31T08:58:52.210" v="9" actId="1076"/>
        <pc:sldMkLst>
          <pc:docMk/>
          <pc:sldMk cId="0" sldId="263"/>
        </pc:sldMkLst>
        <pc:spChg chg="mod">
          <ac:chgData name="Misha Romanovsky" userId="00ca519c56414976" providerId="Windows Live" clId="Web-{583171F7-B1F4-22CC-51E2-8899AAC25DA7}" dt="2026-05-31T08:58:24.504" v="4" actId="107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Misha Romanovsky" userId="00ca519c56414976" providerId="Windows Live" clId="Web-{583171F7-B1F4-22CC-51E2-8899AAC25DA7}" dt="2026-05-31T08:58:24.848" v="5" actId="107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Misha Romanovsky" userId="00ca519c56414976" providerId="Windows Live" clId="Web-{583171F7-B1F4-22CC-51E2-8899AAC25DA7}" dt="2026-05-31T08:58:52.210" v="9" actId="1076"/>
          <ac:spMkLst>
            <pc:docMk/>
            <pc:sldMk cId="0" sldId="263"/>
            <ac:spMk id="39" creationId="{00000000-0000-0000-0000-000000000000}"/>
          </ac:spMkLst>
        </pc:spChg>
        <pc:spChg chg="mod">
          <ac:chgData name="Misha Romanovsky" userId="00ca519c56414976" providerId="Windows Live" clId="Web-{583171F7-B1F4-22CC-51E2-8899AAC25DA7}" dt="2026-05-31T08:58:52.210" v="8" actId="1076"/>
          <ac:spMkLst>
            <pc:docMk/>
            <pc:sldMk cId="0" sldId="263"/>
            <ac:spMk id="4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7B2BE-F611-446C-9563-00BC3BC19FC8}" type="datetimeFigureOut">
              <a:t>31.05.2026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65365-36C7-464F-B275-F3C6CAAD0AA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061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технологий бэкенда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1005840"/>
            <a:ext cx="15727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133856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1600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181051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HTTP-сервер и маршрутизация запросов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029968" y="1005840"/>
            <a:ext cx="15727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1133856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21408" y="1600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103120" y="181051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— C# классы вместо SQL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3675888" y="1005840"/>
            <a:ext cx="15727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1133856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67328" y="1600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3749040" y="181051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Реляционная база данных</a:t>
            </a:r>
            <a:endParaRPr lang="en-US" sz="750" dirty="0"/>
          </a:p>
        </p:txBody>
      </p:sp>
      <p:sp>
        <p:nvSpPr>
          <p:cNvPr id="16" name="Shape 11"/>
          <p:cNvSpPr/>
          <p:nvPr/>
        </p:nvSpPr>
        <p:spPr>
          <a:xfrm>
            <a:off x="5321808" y="1005840"/>
            <a:ext cx="15727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8736" y="1133856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13248" y="1600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Npgsql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5394960" y="181051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 EF Core для PostgreSQL</a:t>
            </a:r>
            <a:endParaRPr lang="en-US" sz="750" dirty="0"/>
          </a:p>
        </p:txBody>
      </p:sp>
      <p:sp>
        <p:nvSpPr>
          <p:cNvPr id="20" name="Shape 14"/>
          <p:cNvSpPr/>
          <p:nvPr/>
        </p:nvSpPr>
        <p:spPr>
          <a:xfrm>
            <a:off x="6967728" y="1005840"/>
            <a:ext cx="157276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4656" y="1133856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59168" y="1600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7040880" y="181051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Автодокументация и тестирование API</a:t>
            </a:r>
            <a:endParaRPr lang="en-US" sz="750" dirty="0"/>
          </a:p>
        </p:txBody>
      </p:sp>
      <p:sp>
        <p:nvSpPr>
          <p:cNvPr id="24" name="Text 17"/>
          <p:cNvSpPr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 ·  PostgreSQL 15+  ·  EF Core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Архитектура: слои приложения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914400"/>
            <a:ext cx="6949440" cy="4754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9509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WPF-клиент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0" y="95097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HTTP-запрос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33900" y="1328928"/>
            <a:ext cx="0" cy="548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1097280" y="1444752"/>
            <a:ext cx="6949440" cy="47548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0" y="1481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148132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Перехват ошибок (ExceptionHandlingMiddleware)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857514"/>
            <a:ext cx="0" cy="548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097280" y="1975104"/>
            <a:ext cx="6949440" cy="47548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80160" y="20116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ValidationFilter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01168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DTO по атрибутам [Required] [MaxLength]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387866"/>
            <a:ext cx="0" cy="548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97280" y="2505456"/>
            <a:ext cx="69494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80160" y="25420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54203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Принять запрос → передать в сервис → вернуть ответ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932157"/>
            <a:ext cx="0" cy="548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097280" y="3035808"/>
            <a:ext cx="69494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80160" y="30723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307238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Бизнес-логика, транзакции, правила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3455540"/>
            <a:ext cx="0" cy="548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097280" y="3566160"/>
            <a:ext cx="69494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80160" y="36027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0" y="360273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LINQ-запросы к базе данных через EF Core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3985892"/>
            <a:ext cx="0" cy="548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097280" y="4096512"/>
            <a:ext cx="694944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280160" y="41330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AppDbContext → PostgreSQL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0" y="413308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Физическое хранение данных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проекта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96012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960120"/>
            <a:ext cx="2651760" cy="32918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01498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4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" y="132588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эндпоинты — 5 контроллеров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93776" y="155448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ProductsController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3776" y="171450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OperationsController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3776" y="187452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StockController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3776" y="203454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CounterpartiesController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" y="219456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AnalyticsController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60120"/>
            <a:ext cx="2651760" cy="32918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01498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4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132588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Бизнес-логика + Interfaces/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10128" y="155448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ProductService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0128" y="171450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OperationService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10128" y="187452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CounterpartyService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10128" y="203454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StockService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10128" y="219456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AnalyticsService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16752" y="960120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16752" y="960120"/>
            <a:ext cx="2651760" cy="32918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01498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4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Repositories/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132588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Запросы к БД + Interfaces/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26480" y="155448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ProductRepository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0" y="171450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OperationRepository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26480" y="187452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CounterpartyRepository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6480" y="203454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StockRepository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6480" y="219456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AnalyticsRepository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84048" y="248716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4048" y="2487168"/>
            <a:ext cx="2651760" cy="32918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" y="254203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4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" y="285292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Сущности EF Core — 6 таблиц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3776" y="3081528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3776" y="3241548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3776" y="3401568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3776" y="3561588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OperationItem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3776" y="3721608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3776" y="3881628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0" y="248716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0" y="2487168"/>
            <a:ext cx="2651760" cy="32918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254203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4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DTOs/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10128" y="285292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Update · Response DTO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10128" y="3081528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Products/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10128" y="3241548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Operations/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310128" y="3401568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Counterparties/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10128" y="3561588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Stock/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310128" y="3721608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Analytics/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016752" y="248716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016752" y="2487168"/>
            <a:ext cx="2651760" cy="32918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254203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4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Middleware/ + Filters/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26480" y="285292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и валидация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26480" y="3081528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ExceptionHandlingMiddleware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26480" y="3241548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ValidationFilter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данных: схема таблиц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148840" cy="347472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07592"/>
            <a:ext cx="2148840" cy="1673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07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 : int (PK)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636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Name : varchar(200)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8928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Article : varchar(50)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Unit : varchar(20)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404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Price : decimal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6609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CreatedAt : datetime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300984"/>
            <a:ext cx="2148840" cy="347472"/>
          </a:xfrm>
          <a:prstGeom prst="rect">
            <a:avLst/>
          </a:prstGeom>
          <a:solidFill>
            <a:srgbClr val="134E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467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648456"/>
            <a:ext cx="2148840" cy="11612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21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 : int (PK)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ProductId : int (FK)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233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Quantity : decimal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4897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UpdatedAt : datetime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46120" y="960120"/>
            <a:ext cx="2377440" cy="347472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005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1307592"/>
            <a:ext cx="23774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380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 : int (PK)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37560" y="1636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Type : enum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37560" y="1892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Date : datetime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37560" y="2148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Comment : text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37560" y="2404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CounterpartyId : int (FK)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46120" y="2788920"/>
            <a:ext cx="2377440" cy="347472"/>
          </a:xfrm>
          <a:prstGeom prst="rect">
            <a:avLst/>
          </a:prstGeom>
          <a:solidFill>
            <a:srgbClr val="134E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834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OperationItems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3136392"/>
            <a:ext cx="23774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209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 : int (PK)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37560" y="3465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OperationId : int (FK)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37560" y="3721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ProductId : int (FK)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37560" y="39776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Quantity : decimal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37560" y="42336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Price : decimal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46520" y="960120"/>
            <a:ext cx="2304288" cy="347472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100584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Counterparties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46520" y="1307592"/>
            <a:ext cx="230428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138074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 : int (PK)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537960" y="163677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Name : varchar(200)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537960" y="1892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Type : enum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37960" y="214884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Inn : varchar(12)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537960" y="240487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Address : varchar(300)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446520" y="2743200"/>
            <a:ext cx="2304288" cy="347472"/>
          </a:xfrm>
          <a:prstGeom prst="rect">
            <a:avLst/>
          </a:prstGeom>
          <a:solidFill>
            <a:srgbClr val="134E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27889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46520" y="3090672"/>
            <a:ext cx="230428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31638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 : int (PK)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537960" y="341985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CounterpartyId : int (FK)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537960" y="36758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Name : varchar(100)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537960" y="393192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Phone : varchar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537960" y="418795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Email : varchar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440180" y="2980944"/>
            <a:ext cx="0" cy="3200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</p:sp>
      <p:sp>
        <p:nvSpPr>
          <p:cNvPr id="53" name="Text 51"/>
          <p:cNvSpPr/>
          <p:nvPr/>
        </p:nvSpPr>
        <p:spPr>
          <a:xfrm>
            <a:off x="1263433" y="2982895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514600" y="1920240"/>
            <a:ext cx="731520" cy="13258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</p:sp>
      <p:sp>
        <p:nvSpPr>
          <p:cNvPr id="55" name="Text 53"/>
          <p:cNvSpPr/>
          <p:nvPr/>
        </p:nvSpPr>
        <p:spPr>
          <a:xfrm>
            <a:off x="2487558" y="2494807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281511" y="2691347"/>
            <a:ext cx="132421" cy="11151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</p:sp>
      <p:sp>
        <p:nvSpPr>
          <p:cNvPr id="57" name="Text 55"/>
          <p:cNvSpPr/>
          <p:nvPr/>
        </p:nvSpPr>
        <p:spPr>
          <a:xfrm>
            <a:off x="4258093" y="25803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623560" y="1417320"/>
            <a:ext cx="8229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</p:sp>
      <p:sp>
        <p:nvSpPr>
          <p:cNvPr id="59" name="Text 57"/>
          <p:cNvSpPr/>
          <p:nvPr/>
        </p:nvSpPr>
        <p:spPr>
          <a:xfrm>
            <a:off x="5760720" y="1231373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 flipH="1">
            <a:off x="7598664" y="2631688"/>
            <a:ext cx="118481" cy="97573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arrow"/>
          </a:ln>
        </p:spPr>
      </p:sp>
      <p:sp>
        <p:nvSpPr>
          <p:cNvPr id="61" name="Text 59"/>
          <p:cNvSpPr/>
          <p:nvPr/>
        </p:nvSpPr>
        <p:spPr>
          <a:xfrm>
            <a:off x="7575246" y="2560599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65760" y="473659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первичный ключ  ·  FK = внешний ключ  ·  enum = перечисление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и AppDbContext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(C# CLASS = ТАБЛИЦА В БД)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160520" cy="2880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886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Id { get; set; }          // PK, auto-increment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Name { get; set; }      // varchar(200)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Article { get; set; }   // артикул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decimal Price { get; set; }    // decimal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DateTime CreatedAt { get; set; } = DateTime.UtcNow;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навигационное свойство — не колонка,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а связь: Include(p =&gt; p.Stock) → JOIN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Stock? Stock { get; set;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73168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01184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КОНФИГУРАЦИЯ СВЯЗЕЙ (FLUENT API)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73168" y="1325880"/>
            <a:ext cx="3977640" cy="2880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417320"/>
            <a:ext cx="3703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override void OnModelCreating(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ModelBuilder modelBuilder)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Product → Stock (1 : 1)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modelBuilder.Entity&lt;Stock&gt;()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.HasOne(s =&gt; s.Product)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.WithOne(p =&gt; p.Stock)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.HasForeignKey&lt;Stock&gt;(s =&gt; s.ProductId);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Operation → OperationItems (1 : N)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modelBuilder.Entity&lt;OperationItem&gt;()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.HasOne(oi =&gt; oi.Operation)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.WithMany(o =&gt; o.Items)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.HasForeignKey(oi =&gt; oi.OperationId);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4343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генерирует SQL автоматически — мы пишем только C#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и валидация входящих данных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НА ПОЛЯХ DTO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160520" cy="2834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ProductCreateDto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[Required(ErrorMessage = "Название обязательно")]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[MaxLength(200)]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Name { get; set; }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[Required(ErrorMessage = "Артикул обязателен")]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[MaxLength(50)]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Article { get; set; }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[Range(0, double.MaxValue,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ErrorMessage = "Цена не может быть отрицательной")]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decimal Price { get; set;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73168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01184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ПРИ ОШИБКЕ ВАЛИДАЦИИ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73168" y="1325880"/>
            <a:ext cx="397764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41732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400,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"Ошибка валидации",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"errors":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["Название обязательно"],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"price": ["Цена не может быть отрицательной"]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73168" y="3520440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3456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VALIDATIONFILTER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749040"/>
            <a:ext cx="96012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749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пришёл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897880" y="4087368"/>
            <a:ext cx="96012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40873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ModelState.IsValid?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178040" y="4425696"/>
            <a:ext cx="96012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44256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Контроллер выполняет логику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181107" y="3899191"/>
            <a:ext cx="960120" cy="274320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1107" y="3899191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с errors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806440" y="3886200"/>
            <a:ext cx="9144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6761821" y="4185331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→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764330" y="3928017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→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— точка входа и конфигурация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4846320" cy="3977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45720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builder = WebApplication.CreateBuilder(args);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Подключение к PostgreSQL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builder.Services.AddDbContext&lt;AppDbContext&gt;(options =&gt;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options.UseNpgsql(connectionString));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DI — один вызов на каждый интерфейс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builder.Services.AddScoped&lt;IProductRepository, ProductRepository&gt;();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builder.Services.AddScoped&lt;IProductService, ProductService&gt;();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все 10 репозиториев и сервисов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Глобальный фильтр валидации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builder.Services.AddControllers(options =&gt;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options.Filters.Add&lt;ValidationFilter&gt;());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app = builder.Build();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Middleware первым — ловит ВСЕ исключения ниже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app.UseMiddleware&lt;ExceptionHandlingMiddleware&gt;();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app.UseCors("AllowAll");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app.MapControllers();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app.Run();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0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14416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DI (DEPENDENCY INJECTION)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325880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Контроллер объявляет зависимость в конструкторе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0136" y="1673352"/>
            <a:ext cx="0" cy="2194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5486400" y="1892808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19385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видит: нужен IProductService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0136" y="2240280"/>
            <a:ext cx="0" cy="2194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5486400" y="2459736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25054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 ProductService, передаёт IProductRepository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0136" y="2807208"/>
            <a:ext cx="0" cy="2194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5486400" y="3026664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307238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 ProductRepository, передаёт AppDbContext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0136" y="3374136"/>
            <a:ext cx="0" cy="21945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486400" y="3593592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3593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36393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автоматически — нигде нет new()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42062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AddScoped = 1 экземпляр на 1 HTTP-запрос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Складские операции: транзакционная логика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ТИПА ОПЕРАЦИЙ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3977640" cy="621792"/>
          </a:xfrm>
          <a:prstGeom prst="rect">
            <a:avLst/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/api/operations/income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51760" y="14447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+= 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2048256"/>
            <a:ext cx="3977640" cy="621792"/>
          </a:xfrm>
          <a:prstGeom prst="rect">
            <a:avLst/>
          </a:prstGeom>
          <a:solidFill>
            <a:srgbClr val="FEF9C3"/>
          </a:solidFill>
          <a:ln w="6350">
            <a:solidFill>
              <a:srgbClr val="FDE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3225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/api/operations/sale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51760" y="21945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→ Quantity -= 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798064"/>
            <a:ext cx="3977640" cy="621792"/>
          </a:xfrm>
          <a:prstGeom prst="rect">
            <a:avLst/>
          </a:prstGeom>
          <a:solidFill>
            <a:srgbClr val="E0F2FE"/>
          </a:solidFill>
          <a:ln w="6350">
            <a:solidFill>
              <a:srgbClr val="7DD3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529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Перемещение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0723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/api/operations/transfer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51760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Проверка, остаток не меняется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3547872"/>
            <a:ext cx="3977640" cy="621792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02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Списание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221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/api/operations/writeoff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51760" y="36941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→ Quantity -= 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ТРАНЗАКЦИИ (ПРИМЕР: ПРОДАЖА)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298448"/>
            <a:ext cx="4069080" cy="384048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129844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TRANSACTION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93408" y="1682496"/>
            <a:ext cx="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4663440" y="1810512"/>
            <a:ext cx="4069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00600" y="181051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остатки по ВСЕМ товарам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93408" y="2194560"/>
            <a:ext cx="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663440" y="2322576"/>
            <a:ext cx="4069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23225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Operation + OperationItems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93408" y="2706624"/>
            <a:ext cx="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4663440" y="2834640"/>
            <a:ext cx="4069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28346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Уменьшить Stock.Quantity для каждого товара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93408" y="3218688"/>
            <a:ext cx="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4663440" y="3346704"/>
            <a:ext cx="4069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00600" y="334670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SaveChangesAsync() → один SQL-пакет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93408" y="3730752"/>
            <a:ext cx="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4663440" y="3858768"/>
            <a:ext cx="4069080" cy="384048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00600" y="385876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4590288"/>
            <a:ext cx="4069080" cy="274320"/>
          </a:xfrm>
          <a:prstGeom prst="rect">
            <a:avLst/>
          </a:prstGeom>
          <a:solidFill>
            <a:srgbClr val="FEE2E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45902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любой ошибке → ROLLBACK — БД остаётся чистой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Глобальная обработка ошибок — Middleware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ПО ТИПУ ИСКЛЮЧЕНИЯ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160520" cy="32461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(statusCode, message) = exception switch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InvalidOperationException ex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(400, ex.Message),  // бизнес-ошибки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KeyNotFoundException ex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(404, ex.Message),  // ресурс не найден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ArgumentException ex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(400, ex.Message),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UnauthorizedAccessException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(401, "Нет доступа"),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   =&gt; (500, "Внутренняя ошибка сервера")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73168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01184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ФОРМАТ ОТВЕТА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73168" y="1325880"/>
            <a:ext cx="397764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41732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400,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"Недостаточно товара ID=3: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на складе 5, запрошено 10",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"path": "/api/operations/sale",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"traceId": "0HN7K2J1L4Q3A:00000001"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73168" y="3520440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3456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ДАЁТ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73168" y="378561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3785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47488" y="3749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Контроллеры без единого try/catch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73168" y="405993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47488" y="40233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место для всей обработки ошибок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73168" y="433425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4334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47488" y="42976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traceId помогает найти ошибку в логах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73168" y="460857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46085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47488" y="4572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 всегда знает формат ответа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— три эндпоинта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83210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685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70432" y="10149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/api/analytics/top-products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0" y="10149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?from=...&amp;to=...&amp;limit=10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36245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 товаров по сумме продаж за период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6002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в SQL на стороне PostgreSQL — агрегирует OperationItems, сортирует по TotalAmount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313432"/>
            <a:ext cx="83210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313432"/>
            <a:ext cx="685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1343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70432" y="23682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/api/analytics/turnover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23682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?from=...&amp;to=...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71576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Обороты: приход / продажи / списания за период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95351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запрос к БД → разбивка по дням считается в памяти C# через GroupBy по Date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666744"/>
            <a:ext cx="83210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666744"/>
            <a:ext cx="685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66674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70432" y="37216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/api/analytics/low-stock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37216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?minQuantity=5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406908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Товары с остатком ниже минимального порога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30682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Загружает все Stocks с Include Product, фильтрует Quantity &lt; minQuantity, сортирует по возрастанию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API — </a:t>
            </a:r>
            <a:r>
              <a:rPr lang="en-US" sz="2200" b="1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основные</a:t>
            </a:r>
            <a:r>
              <a:rPr lang="en-US" sz="22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200" b="1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эндпоинты</a:t>
            </a:r>
            <a:endParaRPr lang="en-US" sz="2200" dirty="0" err="1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32688"/>
          <a:ext cx="8321040" cy="4096512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Путь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Описание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/api/products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Список товаров с остатками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/api/products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Создать товар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713F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/api/products/{id}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Обновить товар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/api/products/{id}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Удалить (нельзя если остаток &gt; 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/api/stock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Остатки по всем товарам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/api/stock/{productId}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Остаток по конкретному товару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/api/operations/income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Приход товара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/api/operations/sale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Реализация (продажа)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/api/operations/transfer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Перемещение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/api/operations/writeoff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Списание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/api/operations/history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История с фильтрами и пагинацией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/api/counterparties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Контрагенты (фильтр по типу)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/api/analytics/top-products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Топ продаваемых товаров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/api/analytics/turnover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Обороты за период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/api/analytics/low-stock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Остатки ниже минимума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Миграции и запуск проекта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 ЗАПУСКА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2984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миграцию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591056"/>
            <a:ext cx="370332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82496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ef migrations add InitialCreate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читает модели и генерирует C# файл с инструкциями для БД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2441448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4414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Применить миграцию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8680" y="2734056"/>
            <a:ext cx="370332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825496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ef database update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Выполняет SQL: CREATE TABLE для всех 6 таблиц в PostgreSQL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3584448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5844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3877056"/>
            <a:ext cx="370332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968496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run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42519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Поднимает HTTP-сервер на localhost:5023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73168" y="1024128"/>
            <a:ext cx="548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— ТЕСТИРОВАНИЕ API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73168" y="1298448"/>
            <a:ext cx="3977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56048" y="1444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http://localhost:5023/swagger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56048" y="1847088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30368" y="18105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 генерируется из контроллеров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56048" y="2340864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340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30368" y="23042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Видны все эндпоинты и схемы DTO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56048" y="283464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30368" y="27980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отправить запрос прямо в браузере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56048" y="332841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3328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30368" y="3291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в режиме Development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56048" y="3822192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38221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30368" y="37856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Использовался фронтендом для интеграции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11480" y="4709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не писали ни строчки — EF Core генерирует всё автоматически из C# моделей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Экран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WarehouseAPI — Бэкенд</dc:title>
  <dc:subject>PptxGenJS Presentation</dc:subject>
  <dc:creator>PptxGenJS</dc:creator>
  <cp:lastModifiedBy>PptxGenJS</cp:lastModifiedBy>
  <cp:revision>32</cp:revision>
  <dcterms:created xsi:type="dcterms:W3CDTF">2026-05-31T08:22:39Z</dcterms:created>
  <dcterms:modified xsi:type="dcterms:W3CDTF">2026-05-31T08:58:54Z</dcterms:modified>
</cp:coreProperties>
</file>